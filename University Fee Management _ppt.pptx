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ABFmlZ5LKCCIqyTrKlvJgwxN5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ECD9E-636C-4C80-BC2F-E807A433E13B}" v="65" dt="2026-04-18T08:22:13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JJAGIRI UMESH" userId="cbe58d4375361bb5" providerId="LiveId" clId="{B1925834-C2F1-4A49-B6B9-A8B33190CF4E}"/>
    <pc:docChg chg="undo custSel addSld delSld modSld">
      <pc:chgData name="EJJAGIRI UMESH" userId="cbe58d4375361bb5" providerId="LiveId" clId="{B1925834-C2F1-4A49-B6B9-A8B33190CF4E}" dt="2026-04-18T08:32:02.656" v="1186" actId="20577"/>
      <pc:docMkLst>
        <pc:docMk/>
      </pc:docMkLst>
      <pc:sldChg chg="modSp mod">
        <pc:chgData name="EJJAGIRI UMESH" userId="cbe58d4375361bb5" providerId="LiveId" clId="{B1925834-C2F1-4A49-B6B9-A8B33190CF4E}" dt="2026-04-18T08:32:02.656" v="1186" actId="20577"/>
        <pc:sldMkLst>
          <pc:docMk/>
          <pc:sldMk cId="0" sldId="256"/>
        </pc:sldMkLst>
        <pc:spChg chg="mod">
          <ac:chgData name="EJJAGIRI UMESH" userId="cbe58d4375361bb5" providerId="LiveId" clId="{B1925834-C2F1-4A49-B6B9-A8B33190CF4E}" dt="2026-04-18T08:32:02.656" v="1186" actId="20577"/>
          <ac:spMkLst>
            <pc:docMk/>
            <pc:sldMk cId="0" sldId="256"/>
            <ac:spMk id="92" creationId="{00000000-0000-0000-0000-000000000000}"/>
          </ac:spMkLst>
        </pc:spChg>
      </pc:sldChg>
      <pc:sldChg chg="addSp delSp modSp mod">
        <pc:chgData name="EJJAGIRI UMESH" userId="cbe58d4375361bb5" providerId="LiveId" clId="{B1925834-C2F1-4A49-B6B9-A8B33190CF4E}" dt="2026-04-18T08:29:23.558" v="1175" actId="1076"/>
        <pc:sldMkLst>
          <pc:docMk/>
          <pc:sldMk cId="0" sldId="257"/>
        </pc:sldMkLst>
        <pc:spChg chg="add">
          <ac:chgData name="EJJAGIRI UMESH" userId="cbe58d4375361bb5" providerId="LiveId" clId="{B1925834-C2F1-4A49-B6B9-A8B33190CF4E}" dt="2026-04-17T10:39:25.269" v="112"/>
          <ac:spMkLst>
            <pc:docMk/>
            <pc:sldMk cId="0" sldId="257"/>
            <ac:spMk id="2" creationId="{9BCA6AFB-3FB6-0674-0009-76B87F42BAC1}"/>
          </ac:spMkLst>
        </pc:spChg>
        <pc:spChg chg="add">
          <ac:chgData name="EJJAGIRI UMESH" userId="cbe58d4375361bb5" providerId="LiveId" clId="{B1925834-C2F1-4A49-B6B9-A8B33190CF4E}" dt="2026-04-17T10:39:28.404" v="113"/>
          <ac:spMkLst>
            <pc:docMk/>
            <pc:sldMk cId="0" sldId="257"/>
            <ac:spMk id="3" creationId="{1689788B-9D0E-30B5-3701-999509025F8F}"/>
          </ac:spMkLst>
        </pc:spChg>
        <pc:spChg chg="add mod">
          <ac:chgData name="EJJAGIRI UMESH" userId="cbe58d4375361bb5" providerId="LiveId" clId="{B1925834-C2F1-4A49-B6B9-A8B33190CF4E}" dt="2026-04-17T10:39:46.326" v="151" actId="20577"/>
          <ac:spMkLst>
            <pc:docMk/>
            <pc:sldMk cId="0" sldId="257"/>
            <ac:spMk id="4" creationId="{D306A777-6561-FD96-5950-DDB6EDD4838C}"/>
          </ac:spMkLst>
        </pc:spChg>
        <pc:spChg chg="add">
          <ac:chgData name="EJJAGIRI UMESH" userId="cbe58d4375361bb5" providerId="LiveId" clId="{B1925834-C2F1-4A49-B6B9-A8B33190CF4E}" dt="2026-04-17T10:40:11.390" v="152"/>
          <ac:spMkLst>
            <pc:docMk/>
            <pc:sldMk cId="0" sldId="257"/>
            <ac:spMk id="5" creationId="{C6445CAA-D699-E8A2-780D-13ED905C695F}"/>
          </ac:spMkLst>
        </pc:spChg>
        <pc:spChg chg="add">
          <ac:chgData name="EJJAGIRI UMESH" userId="cbe58d4375361bb5" providerId="LiveId" clId="{B1925834-C2F1-4A49-B6B9-A8B33190CF4E}" dt="2026-04-17T10:40:37.539" v="177"/>
          <ac:spMkLst>
            <pc:docMk/>
            <pc:sldMk cId="0" sldId="257"/>
            <ac:spMk id="6" creationId="{206DBCB8-238E-3042-6652-6D393E58409B}"/>
          </ac:spMkLst>
        </pc:spChg>
        <pc:spChg chg="add">
          <ac:chgData name="EJJAGIRI UMESH" userId="cbe58d4375361bb5" providerId="LiveId" clId="{B1925834-C2F1-4A49-B6B9-A8B33190CF4E}" dt="2026-04-17T10:40:52.651" v="186"/>
          <ac:spMkLst>
            <pc:docMk/>
            <pc:sldMk cId="0" sldId="257"/>
            <ac:spMk id="7" creationId="{3EEA8333-C782-9F34-3861-31C8C21ABCE1}"/>
          </ac:spMkLst>
        </pc:spChg>
        <pc:spChg chg="add mod">
          <ac:chgData name="EJJAGIRI UMESH" userId="cbe58d4375361bb5" providerId="LiveId" clId="{B1925834-C2F1-4A49-B6B9-A8B33190CF4E}" dt="2026-04-17T10:41:26.595" v="261" actId="5793"/>
          <ac:spMkLst>
            <pc:docMk/>
            <pc:sldMk cId="0" sldId="257"/>
            <ac:spMk id="8" creationId="{E3088175-582A-5BCE-6FE2-E6252A585A60}"/>
          </ac:spMkLst>
        </pc:spChg>
        <pc:spChg chg="add del mod">
          <ac:chgData name="EJJAGIRI UMESH" userId="cbe58d4375361bb5" providerId="LiveId" clId="{B1925834-C2F1-4A49-B6B9-A8B33190CF4E}" dt="2026-04-17T10:43:04.247" v="327"/>
          <ac:spMkLst>
            <pc:docMk/>
            <pc:sldMk cId="0" sldId="257"/>
            <ac:spMk id="9" creationId="{1F62EE32-27CB-FE77-4199-9DA06C767D41}"/>
          </ac:spMkLst>
        </pc:spChg>
        <pc:spChg chg="mod">
          <ac:chgData name="EJJAGIRI UMESH" userId="cbe58d4375361bb5" providerId="LiveId" clId="{B1925834-C2F1-4A49-B6B9-A8B33190CF4E}" dt="2026-04-18T08:29:23.558" v="1175" actId="1076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EJJAGIRI UMESH" userId="cbe58d4375361bb5" providerId="LiveId" clId="{B1925834-C2F1-4A49-B6B9-A8B33190CF4E}" dt="2026-04-18T08:29:16.683" v="1174" actId="1076"/>
          <ac:spMkLst>
            <pc:docMk/>
            <pc:sldMk cId="0" sldId="257"/>
            <ac:spMk id="102" creationId="{00000000-0000-0000-0000-000000000000}"/>
          </ac:spMkLst>
        </pc:spChg>
      </pc:sldChg>
      <pc:sldChg chg="addSp delSp modSp mod">
        <pc:chgData name="EJJAGIRI UMESH" userId="cbe58d4375361bb5" providerId="LiveId" clId="{B1925834-C2F1-4A49-B6B9-A8B33190CF4E}" dt="2026-04-18T08:29:44.219" v="1177" actId="1076"/>
        <pc:sldMkLst>
          <pc:docMk/>
          <pc:sldMk cId="0" sldId="258"/>
        </pc:sldMkLst>
        <pc:spChg chg="add">
          <ac:chgData name="EJJAGIRI UMESH" userId="cbe58d4375361bb5" providerId="LiveId" clId="{B1925834-C2F1-4A49-B6B9-A8B33190CF4E}" dt="2026-04-17T10:44:05.997" v="380"/>
          <ac:spMkLst>
            <pc:docMk/>
            <pc:sldMk cId="0" sldId="258"/>
            <ac:spMk id="2" creationId="{F082C455-8E07-7254-E081-80014B9E856F}"/>
          </ac:spMkLst>
        </pc:spChg>
        <pc:spChg chg="add mod">
          <ac:chgData name="EJJAGIRI UMESH" userId="cbe58d4375361bb5" providerId="LiveId" clId="{B1925834-C2F1-4A49-B6B9-A8B33190CF4E}" dt="2026-04-17T10:44:19.502" v="382"/>
          <ac:spMkLst>
            <pc:docMk/>
            <pc:sldMk cId="0" sldId="258"/>
            <ac:spMk id="3" creationId="{F68CA228-5FDD-454E-A90E-C87B1AA355E3}"/>
          </ac:spMkLst>
        </pc:spChg>
        <pc:spChg chg="add del mod">
          <ac:chgData name="EJJAGIRI UMESH" userId="cbe58d4375361bb5" providerId="LiveId" clId="{B1925834-C2F1-4A49-B6B9-A8B33190CF4E}" dt="2026-04-17T10:56:18.526" v="426"/>
          <ac:spMkLst>
            <pc:docMk/>
            <pc:sldMk cId="0" sldId="258"/>
            <ac:spMk id="4" creationId="{A8FD6646-95C2-F864-B4AB-E571F497432B}"/>
          </ac:spMkLst>
        </pc:spChg>
        <pc:spChg chg="mod">
          <ac:chgData name="EJJAGIRI UMESH" userId="cbe58d4375361bb5" providerId="LiveId" clId="{B1925834-C2F1-4A49-B6B9-A8B33190CF4E}" dt="2026-04-18T08:29:44.219" v="1177" actId="1076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EJJAGIRI UMESH" userId="cbe58d4375361bb5" providerId="LiveId" clId="{B1925834-C2F1-4A49-B6B9-A8B33190CF4E}" dt="2026-04-18T08:29:39.196" v="1176" actId="1076"/>
          <ac:spMkLst>
            <pc:docMk/>
            <pc:sldMk cId="0" sldId="258"/>
            <ac:spMk id="112" creationId="{00000000-0000-0000-0000-000000000000}"/>
          </ac:spMkLst>
        </pc:spChg>
      </pc:sldChg>
      <pc:sldChg chg="modSp mod">
        <pc:chgData name="EJJAGIRI UMESH" userId="cbe58d4375361bb5" providerId="LiveId" clId="{B1925834-C2F1-4A49-B6B9-A8B33190CF4E}" dt="2026-04-18T08:30:26.615" v="1179" actId="1076"/>
        <pc:sldMkLst>
          <pc:docMk/>
          <pc:sldMk cId="0" sldId="259"/>
        </pc:sldMkLst>
        <pc:spChg chg="mod">
          <ac:chgData name="EJJAGIRI UMESH" userId="cbe58d4375361bb5" providerId="LiveId" clId="{B1925834-C2F1-4A49-B6B9-A8B33190CF4E}" dt="2026-04-18T08:30:26.615" v="1179" actId="1076"/>
          <ac:spMkLst>
            <pc:docMk/>
            <pc:sldMk cId="0" sldId="259"/>
            <ac:spMk id="121" creationId="{00000000-0000-0000-0000-000000000000}"/>
          </ac:spMkLst>
        </pc:spChg>
        <pc:spChg chg="mod">
          <ac:chgData name="EJJAGIRI UMESH" userId="cbe58d4375361bb5" providerId="LiveId" clId="{B1925834-C2F1-4A49-B6B9-A8B33190CF4E}" dt="2026-04-18T08:30:19.257" v="1178" actId="1076"/>
          <ac:spMkLst>
            <pc:docMk/>
            <pc:sldMk cId="0" sldId="259"/>
            <ac:spMk id="122" creationId="{00000000-0000-0000-0000-000000000000}"/>
          </ac:spMkLst>
        </pc:spChg>
      </pc:sldChg>
      <pc:sldChg chg="addSp modSp mod">
        <pc:chgData name="EJJAGIRI UMESH" userId="cbe58d4375361bb5" providerId="LiveId" clId="{B1925834-C2F1-4A49-B6B9-A8B33190CF4E}" dt="2026-04-17T13:25:41.419" v="657" actId="20577"/>
        <pc:sldMkLst>
          <pc:docMk/>
          <pc:sldMk cId="0" sldId="260"/>
        </pc:sldMkLst>
        <pc:spChg chg="add">
          <ac:chgData name="EJJAGIRI UMESH" userId="cbe58d4375361bb5" providerId="LiveId" clId="{B1925834-C2F1-4A49-B6B9-A8B33190CF4E}" dt="2026-04-17T13:24:06.186" v="601"/>
          <ac:spMkLst>
            <pc:docMk/>
            <pc:sldMk cId="0" sldId="260"/>
            <ac:spMk id="2" creationId="{0173C3B4-B4BD-4D8A-A6A1-CBB95A4A4FEB}"/>
          </ac:spMkLst>
        </pc:spChg>
        <pc:spChg chg="mod">
          <ac:chgData name="EJJAGIRI UMESH" userId="cbe58d4375361bb5" providerId="LiveId" clId="{B1925834-C2F1-4A49-B6B9-A8B33190CF4E}" dt="2026-04-17T13:25:15.691" v="624" actId="1076"/>
          <ac:spMkLst>
            <pc:docMk/>
            <pc:sldMk cId="0" sldId="260"/>
            <ac:spMk id="132" creationId="{00000000-0000-0000-0000-000000000000}"/>
          </ac:spMkLst>
        </pc:spChg>
        <pc:spChg chg="mod">
          <ac:chgData name="EJJAGIRI UMESH" userId="cbe58d4375361bb5" providerId="LiveId" clId="{B1925834-C2F1-4A49-B6B9-A8B33190CF4E}" dt="2026-04-17T13:25:41.419" v="657" actId="20577"/>
          <ac:spMkLst>
            <pc:docMk/>
            <pc:sldMk cId="0" sldId="260"/>
            <ac:spMk id="133" creationId="{00000000-0000-0000-0000-000000000000}"/>
          </ac:spMkLst>
        </pc:spChg>
      </pc:sldChg>
      <pc:sldChg chg="addSp delSp modSp mod">
        <pc:chgData name="EJJAGIRI UMESH" userId="cbe58d4375361bb5" providerId="LiveId" clId="{B1925834-C2F1-4A49-B6B9-A8B33190CF4E}" dt="2026-04-18T08:30:43.213" v="1181" actId="1076"/>
        <pc:sldMkLst>
          <pc:docMk/>
          <pc:sldMk cId="0" sldId="261"/>
        </pc:sldMkLst>
        <pc:spChg chg="add del mod">
          <ac:chgData name="EJJAGIRI UMESH" userId="cbe58d4375361bb5" providerId="LiveId" clId="{B1925834-C2F1-4A49-B6B9-A8B33190CF4E}" dt="2026-04-17T13:27:28.155" v="918"/>
          <ac:spMkLst>
            <pc:docMk/>
            <pc:sldMk cId="0" sldId="261"/>
            <ac:spMk id="2" creationId="{AD93E1FD-6904-EB15-19B5-ECE7D9D0B9CD}"/>
          </ac:spMkLst>
        </pc:spChg>
        <pc:spChg chg="mod">
          <ac:chgData name="EJJAGIRI UMESH" userId="cbe58d4375361bb5" providerId="LiveId" clId="{B1925834-C2F1-4A49-B6B9-A8B33190CF4E}" dt="2026-04-18T08:30:43.213" v="1181" actId="1076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EJJAGIRI UMESH" userId="cbe58d4375361bb5" providerId="LiveId" clId="{B1925834-C2F1-4A49-B6B9-A8B33190CF4E}" dt="2026-04-18T08:30:40.433" v="1180" actId="1076"/>
          <ac:spMkLst>
            <pc:docMk/>
            <pc:sldMk cId="0" sldId="261"/>
            <ac:spMk id="144" creationId="{00000000-0000-0000-0000-000000000000}"/>
          </ac:spMkLst>
        </pc:spChg>
      </pc:sldChg>
      <pc:sldChg chg="delSp del mod">
        <pc:chgData name="EJJAGIRI UMESH" userId="cbe58d4375361bb5" providerId="LiveId" clId="{B1925834-C2F1-4A49-B6B9-A8B33190CF4E}" dt="2026-04-18T08:30:59.359" v="1183" actId="47"/>
        <pc:sldMkLst>
          <pc:docMk/>
          <pc:sldMk cId="0" sldId="262"/>
        </pc:sldMkLst>
        <pc:picChg chg="del">
          <ac:chgData name="EJJAGIRI UMESH" userId="cbe58d4375361bb5" providerId="LiveId" clId="{B1925834-C2F1-4A49-B6B9-A8B33190CF4E}" dt="2026-04-18T08:30:48.561" v="1182" actId="478"/>
          <ac:picMkLst>
            <pc:docMk/>
            <pc:sldMk cId="0" sldId="262"/>
            <ac:picMk id="153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7:56:59.312" v="971" actId="1076"/>
        <pc:sldMkLst>
          <pc:docMk/>
          <pc:sldMk cId="0" sldId="263"/>
        </pc:sldMkLst>
        <pc:picChg chg="add mod">
          <ac:chgData name="EJJAGIRI UMESH" userId="cbe58d4375361bb5" providerId="LiveId" clId="{B1925834-C2F1-4A49-B6B9-A8B33190CF4E}" dt="2026-04-18T07:56:59.312" v="971" actId="1076"/>
          <ac:picMkLst>
            <pc:docMk/>
            <pc:sldMk cId="0" sldId="263"/>
            <ac:picMk id="3" creationId="{D9BE0F85-65DE-9625-81D3-6893B0F8D5B6}"/>
          </ac:picMkLst>
        </pc:picChg>
        <pc:picChg chg="del">
          <ac:chgData name="EJJAGIRI UMESH" userId="cbe58d4375361bb5" providerId="LiveId" clId="{B1925834-C2F1-4A49-B6B9-A8B33190CF4E}" dt="2026-04-18T07:56:05.262" v="957" actId="478"/>
          <ac:picMkLst>
            <pc:docMk/>
            <pc:sldMk cId="0" sldId="263"/>
            <ac:picMk id="162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7:57:36.917" v="984" actId="1076"/>
        <pc:sldMkLst>
          <pc:docMk/>
          <pc:sldMk cId="0" sldId="264"/>
        </pc:sldMkLst>
        <pc:picChg chg="add del mod">
          <ac:chgData name="EJJAGIRI UMESH" userId="cbe58d4375361bb5" providerId="LiveId" clId="{B1925834-C2F1-4A49-B6B9-A8B33190CF4E}" dt="2026-04-18T07:56:42.405" v="965" actId="478"/>
          <ac:picMkLst>
            <pc:docMk/>
            <pc:sldMk cId="0" sldId="264"/>
            <ac:picMk id="3" creationId="{D0DB6A29-12C3-FE5B-F79A-2EEAFF6199C5}"/>
          </ac:picMkLst>
        </pc:picChg>
        <pc:picChg chg="add del mod">
          <ac:chgData name="EJJAGIRI UMESH" userId="cbe58d4375361bb5" providerId="LiveId" clId="{B1925834-C2F1-4A49-B6B9-A8B33190CF4E}" dt="2026-04-18T07:57:20.620" v="977" actId="478"/>
          <ac:picMkLst>
            <pc:docMk/>
            <pc:sldMk cId="0" sldId="264"/>
            <ac:picMk id="5" creationId="{A6824A23-AA4F-6F27-DD42-1E306671A859}"/>
          </ac:picMkLst>
        </pc:picChg>
        <pc:picChg chg="add del mod">
          <ac:chgData name="EJJAGIRI UMESH" userId="cbe58d4375361bb5" providerId="LiveId" clId="{B1925834-C2F1-4A49-B6B9-A8B33190CF4E}" dt="2026-04-18T07:57:29.221" v="980" actId="478"/>
          <ac:picMkLst>
            <pc:docMk/>
            <pc:sldMk cId="0" sldId="264"/>
            <ac:picMk id="7" creationId="{BEE845B3-2647-2385-AB2E-6CE9C80D4C84}"/>
          </ac:picMkLst>
        </pc:picChg>
        <pc:picChg chg="add mod">
          <ac:chgData name="EJJAGIRI UMESH" userId="cbe58d4375361bb5" providerId="LiveId" clId="{B1925834-C2F1-4A49-B6B9-A8B33190CF4E}" dt="2026-04-18T07:57:36.917" v="984" actId="1076"/>
          <ac:picMkLst>
            <pc:docMk/>
            <pc:sldMk cId="0" sldId="264"/>
            <ac:picMk id="9" creationId="{A1A786DC-224C-6A18-EB93-1B0DA6B07745}"/>
          </ac:picMkLst>
        </pc:picChg>
        <pc:picChg chg="del">
          <ac:chgData name="EJJAGIRI UMESH" userId="cbe58d4375361bb5" providerId="LiveId" clId="{B1925834-C2F1-4A49-B6B9-A8B33190CF4E}" dt="2026-04-18T07:56:31.962" v="962" actId="478"/>
          <ac:picMkLst>
            <pc:docMk/>
            <pc:sldMk cId="0" sldId="264"/>
            <ac:picMk id="171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7:57:17.313" v="976" actId="1076"/>
        <pc:sldMkLst>
          <pc:docMk/>
          <pc:sldMk cId="0" sldId="265"/>
        </pc:sldMkLst>
        <pc:picChg chg="add mod">
          <ac:chgData name="EJJAGIRI UMESH" userId="cbe58d4375361bb5" providerId="LiveId" clId="{B1925834-C2F1-4A49-B6B9-A8B33190CF4E}" dt="2026-04-18T07:57:17.313" v="976" actId="1076"/>
          <ac:picMkLst>
            <pc:docMk/>
            <pc:sldMk cId="0" sldId="265"/>
            <ac:picMk id="3" creationId="{A43EF3F9-F9E2-1322-B694-23C2EBEB7278}"/>
          </ac:picMkLst>
        </pc:picChg>
        <pc:picChg chg="del">
          <ac:chgData name="EJJAGIRI UMESH" userId="cbe58d4375361bb5" providerId="LiveId" clId="{B1925834-C2F1-4A49-B6B9-A8B33190CF4E}" dt="2026-04-18T07:57:03.245" v="972" actId="478"/>
          <ac:picMkLst>
            <pc:docMk/>
            <pc:sldMk cId="0" sldId="265"/>
            <ac:picMk id="180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5:21.133" v="1029" actId="1076"/>
        <pc:sldMkLst>
          <pc:docMk/>
          <pc:sldMk cId="0" sldId="266"/>
        </pc:sldMkLst>
        <pc:picChg chg="add del mod">
          <ac:chgData name="EJJAGIRI UMESH" userId="cbe58d4375361bb5" providerId="LiveId" clId="{B1925834-C2F1-4A49-B6B9-A8B33190CF4E}" dt="2026-04-18T08:08:57.802" v="988" actId="478"/>
          <ac:picMkLst>
            <pc:docMk/>
            <pc:sldMk cId="0" sldId="266"/>
            <ac:picMk id="3" creationId="{A911CD5E-6832-43FA-B92B-8BBC5A93D1BA}"/>
          </ac:picMkLst>
        </pc:picChg>
        <pc:picChg chg="add mod">
          <ac:chgData name="EJJAGIRI UMESH" userId="cbe58d4375361bb5" providerId="LiveId" clId="{B1925834-C2F1-4A49-B6B9-A8B33190CF4E}" dt="2026-04-18T08:15:21.133" v="1029" actId="1076"/>
          <ac:picMkLst>
            <pc:docMk/>
            <pc:sldMk cId="0" sldId="266"/>
            <ac:picMk id="5" creationId="{7CA38EE8-D926-7461-F6ED-CA664632043A}"/>
          </ac:picMkLst>
        </pc:picChg>
        <pc:picChg chg="del">
          <ac:chgData name="EJJAGIRI UMESH" userId="cbe58d4375361bb5" providerId="LiveId" clId="{B1925834-C2F1-4A49-B6B9-A8B33190CF4E}" dt="2026-04-18T07:57:41.271" v="985" actId="478"/>
          <ac:picMkLst>
            <pc:docMk/>
            <pc:sldMk cId="0" sldId="266"/>
            <ac:picMk id="189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5:10.999" v="1027" actId="1076"/>
        <pc:sldMkLst>
          <pc:docMk/>
          <pc:sldMk cId="0" sldId="267"/>
        </pc:sldMkLst>
        <pc:picChg chg="add mod">
          <ac:chgData name="EJJAGIRI UMESH" userId="cbe58d4375361bb5" providerId="LiveId" clId="{B1925834-C2F1-4A49-B6B9-A8B33190CF4E}" dt="2026-04-18T08:15:10.999" v="1027" actId="1076"/>
          <ac:picMkLst>
            <pc:docMk/>
            <pc:sldMk cId="0" sldId="267"/>
            <ac:picMk id="3" creationId="{7E0E99F2-C3EB-7AB4-56C6-EEF1A9592EE0}"/>
          </ac:picMkLst>
        </pc:picChg>
        <pc:picChg chg="del">
          <ac:chgData name="EJJAGIRI UMESH" userId="cbe58d4375361bb5" providerId="LiveId" clId="{B1925834-C2F1-4A49-B6B9-A8B33190CF4E}" dt="2026-04-18T08:09:47.235" v="991" actId="478"/>
          <ac:picMkLst>
            <pc:docMk/>
            <pc:sldMk cId="0" sldId="267"/>
            <ac:picMk id="198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5:05.534" v="1026" actId="1076"/>
        <pc:sldMkLst>
          <pc:docMk/>
          <pc:sldMk cId="0" sldId="268"/>
        </pc:sldMkLst>
        <pc:picChg chg="add mod">
          <ac:chgData name="EJJAGIRI UMESH" userId="cbe58d4375361bb5" providerId="LiveId" clId="{B1925834-C2F1-4A49-B6B9-A8B33190CF4E}" dt="2026-04-18T08:15:05.534" v="1026" actId="1076"/>
          <ac:picMkLst>
            <pc:docMk/>
            <pc:sldMk cId="0" sldId="268"/>
            <ac:picMk id="3" creationId="{4F8B4149-9815-E66E-BE94-EE8F573910CE}"/>
          </ac:picMkLst>
        </pc:picChg>
        <pc:picChg chg="del">
          <ac:chgData name="EJJAGIRI UMESH" userId="cbe58d4375361bb5" providerId="LiveId" clId="{B1925834-C2F1-4A49-B6B9-A8B33190CF4E}" dt="2026-04-18T08:13:02.700" v="994" actId="478"/>
          <ac:picMkLst>
            <pc:docMk/>
            <pc:sldMk cId="0" sldId="268"/>
            <ac:picMk id="207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4:37.891" v="1017" actId="1076"/>
        <pc:sldMkLst>
          <pc:docMk/>
          <pc:sldMk cId="0" sldId="269"/>
        </pc:sldMkLst>
        <pc:picChg chg="add del mod">
          <ac:chgData name="EJJAGIRI UMESH" userId="cbe58d4375361bb5" providerId="LiveId" clId="{B1925834-C2F1-4A49-B6B9-A8B33190CF4E}" dt="2026-04-18T08:13:39.218" v="1001" actId="478"/>
          <ac:picMkLst>
            <pc:docMk/>
            <pc:sldMk cId="0" sldId="269"/>
            <ac:picMk id="3" creationId="{FAF04759-9071-52BE-56F7-EF2B98814B1F}"/>
          </ac:picMkLst>
        </pc:picChg>
        <pc:picChg chg="add del mod">
          <ac:chgData name="EJJAGIRI UMESH" userId="cbe58d4375361bb5" providerId="LiveId" clId="{B1925834-C2F1-4A49-B6B9-A8B33190CF4E}" dt="2026-04-18T08:13:52.678" v="1004" actId="478"/>
          <ac:picMkLst>
            <pc:docMk/>
            <pc:sldMk cId="0" sldId="269"/>
            <ac:picMk id="5" creationId="{CB2BB1C5-B8DD-C8AB-3D4A-75BF44EB715C}"/>
          </ac:picMkLst>
        </pc:picChg>
        <pc:picChg chg="add mod">
          <ac:chgData name="EJJAGIRI UMESH" userId="cbe58d4375361bb5" providerId="LiveId" clId="{B1925834-C2F1-4A49-B6B9-A8B33190CF4E}" dt="2026-04-18T08:14:37.891" v="1017" actId="1076"/>
          <ac:picMkLst>
            <pc:docMk/>
            <pc:sldMk cId="0" sldId="269"/>
            <ac:picMk id="7" creationId="{4DF5DEBC-6381-77B9-BEC1-9F23273FDC19}"/>
          </ac:picMkLst>
        </pc:picChg>
        <pc:picChg chg="add mod">
          <ac:chgData name="EJJAGIRI UMESH" userId="cbe58d4375361bb5" providerId="LiveId" clId="{B1925834-C2F1-4A49-B6B9-A8B33190CF4E}" dt="2026-04-18T08:14:35.331" v="1016" actId="1076"/>
          <ac:picMkLst>
            <pc:docMk/>
            <pc:sldMk cId="0" sldId="269"/>
            <ac:picMk id="9" creationId="{1D0D2BEA-B0C8-3E62-9F35-1C5A36378FB2}"/>
          </ac:picMkLst>
        </pc:picChg>
        <pc:picChg chg="del">
          <ac:chgData name="EJJAGIRI UMESH" userId="cbe58d4375361bb5" providerId="LiveId" clId="{B1925834-C2F1-4A49-B6B9-A8B33190CF4E}" dt="2026-04-18T08:13:18.669" v="997" actId="478"/>
          <ac:picMkLst>
            <pc:docMk/>
            <pc:sldMk cId="0" sldId="269"/>
            <ac:picMk id="213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9:03.127" v="1093" actId="1076"/>
        <pc:sldMkLst>
          <pc:docMk/>
          <pc:sldMk cId="0" sldId="270"/>
        </pc:sldMkLst>
        <pc:spChg chg="mod">
          <ac:chgData name="EJJAGIRI UMESH" userId="cbe58d4375361bb5" providerId="LiveId" clId="{B1925834-C2F1-4A49-B6B9-A8B33190CF4E}" dt="2026-04-18T08:18:33.422" v="1087" actId="1076"/>
          <ac:spMkLst>
            <pc:docMk/>
            <pc:sldMk cId="0" sldId="270"/>
            <ac:spMk id="223" creationId="{00000000-0000-0000-0000-000000000000}"/>
          </ac:spMkLst>
        </pc:spChg>
        <pc:picChg chg="add del mod">
          <ac:chgData name="EJJAGIRI UMESH" userId="cbe58d4375361bb5" providerId="LiveId" clId="{B1925834-C2F1-4A49-B6B9-A8B33190CF4E}" dt="2026-04-18T08:17:50.642" v="1079" actId="478"/>
          <ac:picMkLst>
            <pc:docMk/>
            <pc:sldMk cId="0" sldId="270"/>
            <ac:picMk id="3" creationId="{B7B20B5A-7860-C89B-78EE-E5FF75191D6D}"/>
          </ac:picMkLst>
        </pc:picChg>
        <pc:picChg chg="add mod">
          <ac:chgData name="EJJAGIRI UMESH" userId="cbe58d4375361bb5" providerId="LiveId" clId="{B1925834-C2F1-4A49-B6B9-A8B33190CF4E}" dt="2026-04-18T08:19:03.127" v="1093" actId="1076"/>
          <ac:picMkLst>
            <pc:docMk/>
            <pc:sldMk cId="0" sldId="270"/>
            <ac:picMk id="5" creationId="{B17A7ED6-F3B9-DDEF-742D-36D85FC4C145}"/>
          </ac:picMkLst>
        </pc:picChg>
        <pc:picChg chg="del">
          <ac:chgData name="EJJAGIRI UMESH" userId="cbe58d4375361bb5" providerId="LiveId" clId="{B1925834-C2F1-4A49-B6B9-A8B33190CF4E}" dt="2026-04-18T08:15:58.977" v="1030" actId="478"/>
          <ac:picMkLst>
            <pc:docMk/>
            <pc:sldMk cId="0" sldId="270"/>
            <ac:picMk id="222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9:30.515" v="1102" actId="1076"/>
        <pc:sldMkLst>
          <pc:docMk/>
          <pc:sldMk cId="0" sldId="271"/>
        </pc:sldMkLst>
        <pc:picChg chg="add mod">
          <ac:chgData name="EJJAGIRI UMESH" userId="cbe58d4375361bb5" providerId="LiveId" clId="{B1925834-C2F1-4A49-B6B9-A8B33190CF4E}" dt="2026-04-18T08:19:30.515" v="1102" actId="1076"/>
          <ac:picMkLst>
            <pc:docMk/>
            <pc:sldMk cId="0" sldId="271"/>
            <ac:picMk id="3" creationId="{F0B1674B-07CC-8190-CA89-F51297504947}"/>
          </ac:picMkLst>
        </pc:picChg>
        <pc:picChg chg="del">
          <ac:chgData name="EJJAGIRI UMESH" userId="cbe58d4375361bb5" providerId="LiveId" clId="{B1925834-C2F1-4A49-B6B9-A8B33190CF4E}" dt="2026-04-18T08:19:07.077" v="1094" actId="478"/>
          <ac:picMkLst>
            <pc:docMk/>
            <pc:sldMk cId="0" sldId="271"/>
            <ac:picMk id="232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8T08:19:49.229" v="1107" actId="1076"/>
        <pc:sldMkLst>
          <pc:docMk/>
          <pc:sldMk cId="0" sldId="272"/>
        </pc:sldMkLst>
        <pc:picChg chg="add mod">
          <ac:chgData name="EJJAGIRI UMESH" userId="cbe58d4375361bb5" providerId="LiveId" clId="{B1925834-C2F1-4A49-B6B9-A8B33190CF4E}" dt="2026-04-18T08:19:49.229" v="1107" actId="1076"/>
          <ac:picMkLst>
            <pc:docMk/>
            <pc:sldMk cId="0" sldId="272"/>
            <ac:picMk id="3" creationId="{FA11CFA0-D3C4-137E-876E-F653334BD94B}"/>
          </ac:picMkLst>
        </pc:picChg>
        <pc:picChg chg="del">
          <ac:chgData name="EJJAGIRI UMESH" userId="cbe58d4375361bb5" providerId="LiveId" clId="{B1925834-C2F1-4A49-B6B9-A8B33190CF4E}" dt="2026-04-18T08:19:34.407" v="1103" actId="478"/>
          <ac:picMkLst>
            <pc:docMk/>
            <pc:sldMk cId="0" sldId="272"/>
            <ac:picMk id="241" creationId="{00000000-0000-0000-0000-000000000000}"/>
          </ac:picMkLst>
        </pc:picChg>
      </pc:sldChg>
      <pc:sldChg chg="addSp delSp modSp mod">
        <pc:chgData name="EJJAGIRI UMESH" userId="cbe58d4375361bb5" providerId="LiveId" clId="{B1925834-C2F1-4A49-B6B9-A8B33190CF4E}" dt="2026-04-17T13:29:03.097" v="956"/>
        <pc:sldMkLst>
          <pc:docMk/>
          <pc:sldMk cId="0" sldId="273"/>
        </pc:sldMkLst>
        <pc:spChg chg="add del mod">
          <ac:chgData name="EJJAGIRI UMESH" userId="cbe58d4375361bb5" providerId="LiveId" clId="{B1925834-C2F1-4A49-B6B9-A8B33190CF4E}" dt="2026-04-17T13:29:03.097" v="956"/>
          <ac:spMkLst>
            <pc:docMk/>
            <pc:sldMk cId="0" sldId="273"/>
            <ac:spMk id="2" creationId="{F55D5335-5F20-70E6-BA9B-FBBF25ED9748}"/>
          </ac:spMkLst>
        </pc:spChg>
        <pc:spChg chg="mod">
          <ac:chgData name="EJJAGIRI UMESH" userId="cbe58d4375361bb5" providerId="LiveId" clId="{B1925834-C2F1-4A49-B6B9-A8B33190CF4E}" dt="2026-04-17T13:29:02.277" v="954" actId="1076"/>
          <ac:spMkLst>
            <pc:docMk/>
            <pc:sldMk cId="0" sldId="273"/>
            <ac:spMk id="251" creationId="{00000000-0000-0000-0000-000000000000}"/>
          </ac:spMkLst>
        </pc:spChg>
      </pc:sldChg>
      <pc:sldChg chg="modSp mod">
        <pc:chgData name="EJJAGIRI UMESH" userId="cbe58d4375361bb5" providerId="LiveId" clId="{B1925834-C2F1-4A49-B6B9-A8B33190CF4E}" dt="2026-04-18T08:22:28.927" v="1163" actId="1076"/>
        <pc:sldMkLst>
          <pc:docMk/>
          <pc:sldMk cId="0" sldId="274"/>
        </pc:sldMkLst>
        <pc:spChg chg="mod">
          <ac:chgData name="EJJAGIRI UMESH" userId="cbe58d4375361bb5" providerId="LiveId" clId="{B1925834-C2F1-4A49-B6B9-A8B33190CF4E}" dt="2026-04-18T08:22:28.927" v="1163" actId="1076"/>
          <ac:spMkLst>
            <pc:docMk/>
            <pc:sldMk cId="0" sldId="274"/>
            <ac:spMk id="261" creationId="{00000000-0000-0000-0000-000000000000}"/>
          </ac:spMkLst>
        </pc:spChg>
      </pc:sldChg>
      <pc:sldChg chg="addSp delSp modSp new mod">
        <pc:chgData name="EJJAGIRI UMESH" userId="cbe58d4375361bb5" providerId="LiveId" clId="{B1925834-C2F1-4A49-B6B9-A8B33190CF4E}" dt="2026-04-18T08:14:58.475" v="1024" actId="1076"/>
        <pc:sldMkLst>
          <pc:docMk/>
          <pc:sldMk cId="446540987" sldId="276"/>
        </pc:sldMkLst>
        <pc:picChg chg="add del mod">
          <ac:chgData name="EJJAGIRI UMESH" userId="cbe58d4375361bb5" providerId="LiveId" clId="{B1925834-C2F1-4A49-B6B9-A8B33190CF4E}" dt="2026-04-18T08:14:50.013" v="1020" actId="478"/>
          <ac:picMkLst>
            <pc:docMk/>
            <pc:sldMk cId="446540987" sldId="276"/>
            <ac:picMk id="3" creationId="{FE1B2175-B4EE-6547-039D-E2A45B6A433B}"/>
          </ac:picMkLst>
        </pc:picChg>
        <pc:picChg chg="add mod">
          <ac:chgData name="EJJAGIRI UMESH" userId="cbe58d4375361bb5" providerId="LiveId" clId="{B1925834-C2F1-4A49-B6B9-A8B33190CF4E}" dt="2026-04-18T08:14:58.475" v="1024" actId="1076"/>
          <ac:picMkLst>
            <pc:docMk/>
            <pc:sldMk cId="446540987" sldId="276"/>
            <ac:picMk id="5" creationId="{E528B38F-26A1-7A13-BBE3-0F1E35AE6E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48d6e37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d048d6e37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048d6e377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19eded25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d419eded2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419eded25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d419eded2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19eded25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d419eded2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419eded25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d419eded2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419eded25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d419eded2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419eded2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419eded25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d419eded25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19eded25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d419eded2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419eded25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d419eded2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19eded25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d419eded2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hargavi9007/AI_Project_1161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690225" y="1417550"/>
            <a:ext cx="9466200" cy="51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lang="en-US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Assistant Coding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</a:t>
            </a:r>
            <a:r>
              <a:rPr lang="en-US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Dr. </a:t>
            </a:r>
            <a:r>
              <a:rPr lang="en-US" sz="2500" dirty="0" err="1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Sallauddin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Mohammed</a:t>
            </a:r>
            <a:endParaRPr sz="25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</a:t>
            </a:r>
            <a:r>
              <a:rPr lang="en-US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Fee Management 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Details</a:t>
            </a:r>
            <a:r>
              <a:rPr lang="en-US" sz="2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Pogalla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Bhargavi (2303A51161)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780395" y="1238273"/>
            <a:ext cx="732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63995" y="2023441"/>
            <a:ext cx="7141800" cy="420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The University Fee Management System is a full-stack web application that allows students to: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View fee details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Check payment status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Download fee receipts </a:t>
            </a:r>
            <a:endParaRPr lang="en-US"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The system also includes an </a:t>
            </a:r>
            <a:r>
              <a:rPr lang="en-US" sz="1600" b="1" dirty="0">
                <a:solidFill>
                  <a:schemeClr val="dk1"/>
                </a:solidFill>
              </a:rPr>
              <a:t>Admin Panel</a:t>
            </a:r>
            <a:r>
              <a:rPr lang="en-US" sz="1600" dirty="0">
                <a:solidFill>
                  <a:schemeClr val="dk1"/>
                </a:solidFill>
              </a:rPr>
              <a:t> to manage: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Student records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Fee assignments 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Payment tracking 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Receipt downloads 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88175-582A-5BCE-6FE2-E6252A585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3"/>
          <p:cNvGrpSpPr/>
          <p:nvPr/>
        </p:nvGrpSpPr>
        <p:grpSpPr>
          <a:xfrm>
            <a:off x="2336800" y="134364"/>
            <a:ext cx="9745290" cy="677400"/>
            <a:chOff x="2336800" y="134364"/>
            <a:chExt cx="9745290" cy="677400"/>
          </a:xfrm>
        </p:grpSpPr>
        <p:sp>
          <p:nvSpPr>
            <p:cNvPr id="109" name="Google Shape;109;p3"/>
            <p:cNvSpPr txBox="1"/>
            <p:nvPr/>
          </p:nvSpPr>
          <p:spPr>
            <a:xfrm>
              <a:off x="2336800" y="134364"/>
              <a:ext cx="9745200" cy="6774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682209" y="1345626"/>
            <a:ext cx="755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: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928015" y="2130749"/>
            <a:ext cx="6576900" cy="281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</a:rPr>
              <a:t>Build a full-stack application using </a:t>
            </a:r>
            <a:r>
              <a:rPr lang="en-IN" sz="1600" dirty="0"/>
              <a:t>Flask and SQLite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600" dirty="0"/>
              <a:t>Provide a simple and efficient fee management system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600" dirty="0"/>
              <a:t>Implement secure authentication and role-based access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Enable students to track and download fee details 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Allow admins to manage student fees easily 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Apply AI-assisted development for faster coding 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838199" y="1357602"/>
            <a:ext cx="7747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 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838199" y="2121839"/>
            <a:ext cx="6934200" cy="219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30200">
              <a:lnSpc>
                <a:spcPct val="150000"/>
              </a:lnSpc>
              <a:buSzPts val="1600"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Users: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latin typeface="+mj-lt"/>
              </a:rPr>
              <a:t>View and manage their fee details</a:t>
            </a:r>
            <a:endParaRPr sz="1600" dirty="0">
              <a:latin typeface="+mj-lt"/>
              <a:ea typeface="Arial"/>
              <a:cs typeface="Arial"/>
              <a:sym typeface="Arial"/>
            </a:endParaRPr>
          </a:p>
          <a:p>
            <a:pPr lvl="0" indent="-33020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Admin: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latin typeface="+mj-lt"/>
              </a:rPr>
              <a:t>Manage students, fees, and payments</a:t>
            </a:r>
            <a:endParaRPr sz="1600" dirty="0">
              <a:latin typeface="+mj-lt"/>
              <a:ea typeface="Arial"/>
              <a:cs typeface="Arial"/>
              <a:sym typeface="Arial"/>
            </a:endParaRPr>
          </a:p>
          <a:p>
            <a:pPr lvl="0" indent="-33020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Developers: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latin typeface="+mj-lt"/>
              </a:rPr>
              <a:t>Develop and maintain the system</a:t>
            </a:r>
          </a:p>
          <a:p>
            <a:pPr lvl="0" indent="-33020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n-IN" sz="1600" b="1" dirty="0">
                <a:latin typeface="+mj-lt"/>
              </a:rPr>
              <a:t>Institution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600" dirty="0">
                <a:latin typeface="+mj-lt"/>
              </a:rPr>
              <a:t>Ensure smooth fee management</a:t>
            </a:r>
            <a:endParaRPr sz="1600" dirty="0"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30" name="Google Shape;130;p4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814980" y="85237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 :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26740" y="1498878"/>
            <a:ext cx="82641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Frontend: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Html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CSS (Bootstrap)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JavaScript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Backend: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Python (Flask)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Database: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>
              <a:spcBef>
                <a:spcPts val="1200"/>
              </a:spcBef>
              <a:buClr>
                <a:schemeClr val="dk1"/>
              </a:buClr>
              <a:buSzPts val="1600"/>
              <a:buChar char="●"/>
            </a:pPr>
            <a:r>
              <a:rPr lang="en-IN" sz="1600" dirty="0"/>
              <a:t>SQLite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Tools: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GitHub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VS Code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Authentication:</a:t>
            </a:r>
            <a:endParaRPr lang="en-IN" sz="1600" b="1" dirty="0">
              <a:solidFill>
                <a:schemeClr val="dk1"/>
              </a:solidFill>
            </a:endParaRPr>
          </a:p>
          <a:p>
            <a:pPr marL="457200" indent="-330200">
              <a:spcBef>
                <a:spcPts val="1200"/>
              </a:spcBef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Password hashing 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Session-based authentication </a:t>
            </a:r>
          </a:p>
          <a:p>
            <a:pPr marL="127000"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d048d6e377_0_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g3d048d6e377_0_4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41" name="Google Shape;141;g3d048d6e377_0_4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d048d6e377_0_4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g3d048d6e377_0_4"/>
          <p:cNvSpPr txBox="1"/>
          <p:nvPr/>
        </p:nvSpPr>
        <p:spPr>
          <a:xfrm>
            <a:off x="936900" y="1289581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Prompts Used :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d048d6e377_0_4"/>
          <p:cNvSpPr txBox="1"/>
          <p:nvPr/>
        </p:nvSpPr>
        <p:spPr>
          <a:xfrm>
            <a:off x="936900" y="2013248"/>
            <a:ext cx="7788600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“</a:t>
            </a:r>
            <a:r>
              <a:rPr lang="en-US" sz="1600" dirty="0"/>
              <a:t>Generate student dashboard with fee table and status badges</a:t>
            </a:r>
            <a:r>
              <a:rPr lang="en-US" sz="1600" dirty="0">
                <a:solidFill>
                  <a:schemeClr val="dk1"/>
                </a:solidFill>
              </a:rPr>
              <a:t>”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“Allow the admin to download all the student receipts”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"Fix authentication issues in Flask login system"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"Create PDF receipt generation using Python"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"Design admin panel with CRUD operations for fees"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7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BE0F85-65DE-9625-81D3-6893B0F8D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99" y="1334729"/>
            <a:ext cx="11667201" cy="525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419eded25_0_7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g3d419eded25_0_71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69" name="Google Shape;169;g3d419eded25_0_71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d419eded25_0_71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1A786DC-224C-6A18-EB93-1B0DA6B07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22" y="991045"/>
            <a:ext cx="11690555" cy="5640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d419eded25_0_63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g3d419eded25_0_63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78" name="Google Shape;178;g3d419eded25_0_63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d419eded25_0_63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43EF3F9-F9E2-1322-B694-23C2EBEB7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18" y="991045"/>
            <a:ext cx="11808682" cy="5675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d419eded25_0_5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d419eded25_0_55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87" name="Google Shape;187;g3d419eded25_0_55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d419eded25_0_55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CA38EE8-D926-7461-F6ED-CA6646320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08" y="852378"/>
            <a:ext cx="11766584" cy="5942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d419eded25_0_47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g3d419eded25_0_47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96" name="Google Shape;196;g3d419eded25_0_47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d419eded25_0_47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0E99F2-C3EB-7AB4-56C6-EEF1A9592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29" y="1173807"/>
            <a:ext cx="12192000" cy="5509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d419eded25_0_39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g3d419eded25_0_39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05" name="Google Shape;205;g3d419eded25_0_39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3d419eded25_0_39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F8B4149-9815-E66E-BE94-EE8F57391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43" y="857064"/>
            <a:ext cx="11602065" cy="57647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F5DEBC-6381-77B9-BEC1-9F23273FD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6339"/>
            <a:ext cx="6070001" cy="6121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D2BEA-B0C8-3E62-9F35-1C5A36378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190" y="736339"/>
            <a:ext cx="5816848" cy="61216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28B38F-26A1-7A13-BBE3-0F1E35AE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492227"/>
            <a:ext cx="11818374" cy="609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40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8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8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20" name="Google Shape;220;p8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8"/>
          <p:cNvSpPr txBox="1"/>
          <p:nvPr/>
        </p:nvSpPr>
        <p:spPr>
          <a:xfrm>
            <a:off x="747225" y="852378"/>
            <a:ext cx="564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in VS Code :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A7ED6-F3B9-DDEF-742D-36D85FC4C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647" y="1386747"/>
            <a:ext cx="10471355" cy="54182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727" y="147105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0" name="Google Shape;230;p1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0B1674B-07CC-8190-CA89-F5129750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92" y="967864"/>
            <a:ext cx="10471353" cy="58901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2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2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9" name="Google Shape;239;p12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A11CFA0-D3C4-137E-876E-F653334BD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83" y="2045570"/>
            <a:ext cx="10944341" cy="3529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d419eded25_0_90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d419eded25_0_90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48" name="Google Shape;248;g3d419eded25_0_90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d419eded25_0_90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d419eded25_0_90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419eded25_0_90"/>
          <p:cNvSpPr txBox="1"/>
          <p:nvPr/>
        </p:nvSpPr>
        <p:spPr>
          <a:xfrm>
            <a:off x="1051245" y="2076850"/>
            <a:ext cx="74088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Flask Official Documentation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SQLite Documentation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Bootstrap Documentation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Python Documentation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ChatGPT (OpenAI)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Stack Overflow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MDN Web Docs 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d419eded25_0_10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g3d419eded25_0_10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58" name="Google Shape;258;g3d419eded25_0_10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d419eded25_0_10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g3d419eded25_0_106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Link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419eded25_0_106"/>
          <p:cNvSpPr txBox="1"/>
          <p:nvPr/>
        </p:nvSpPr>
        <p:spPr>
          <a:xfrm>
            <a:off x="1330809" y="1968536"/>
            <a:ext cx="8814600" cy="9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u="sng" dirty="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600"/>
              <a:buChar char="●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https://github.com/Bhargavi9007/AI_Project_1161</a:t>
            </a: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d419eded25_0_11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g3d419eded25_0_11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68" name="Google Shape;268;g3d419eded25_0_11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g3d419eded25_0_11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d419eded25_0_116"/>
          <p:cNvSpPr txBox="1"/>
          <p:nvPr/>
        </p:nvSpPr>
        <p:spPr>
          <a:xfrm>
            <a:off x="4969325" y="3358225"/>
            <a:ext cx="333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310</Words>
  <Application>Microsoft Office PowerPoint</Application>
  <PresentationFormat>Widescreen</PresentationFormat>
  <Paragraphs>81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Nagasri reddy Korukanti</dc:creator>
  <cp:lastModifiedBy>EJJAGIRI UMESH</cp:lastModifiedBy>
  <cp:revision>1</cp:revision>
  <dcterms:created xsi:type="dcterms:W3CDTF">2025-09-22T15:07:08Z</dcterms:created>
  <dcterms:modified xsi:type="dcterms:W3CDTF">2026-04-18T08:32:04Z</dcterms:modified>
</cp:coreProperties>
</file>